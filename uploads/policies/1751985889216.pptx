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d58b5ea4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d58b5ea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c0fba84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c0fba84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c0fba847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c0fba847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d58b5ea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d58b5ea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d58b5ea4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d58b5ea4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d58b5ea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d58b5ea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d58b5ea4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d58b5ea4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d58b5ea4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d58b5ea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ode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16700"/>
            <a:ext cx="85206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A Web-Based Platform for Tea Production Management</a:t>
            </a:r>
            <a:endParaRPr sz="3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16300"/>
            <a:ext cx="49857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24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43"/>
              <a:buChar char="●"/>
            </a:pPr>
            <a:r>
              <a:rPr lang="en" sz="1443"/>
              <a:t>160761</a:t>
            </a:r>
            <a:endParaRPr sz="1443"/>
          </a:p>
          <a:p>
            <a:pPr indent="-32024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43"/>
              <a:buChar char="●"/>
            </a:pPr>
            <a:r>
              <a:rPr lang="en" sz="1443"/>
              <a:t>168669</a:t>
            </a:r>
            <a:endParaRPr sz="1443"/>
          </a:p>
          <a:p>
            <a:pPr indent="-32024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43"/>
              <a:buChar char="●"/>
            </a:pPr>
            <a:r>
              <a:rPr lang="en" sz="1443"/>
              <a:t>ICS Group: C</a:t>
            </a:r>
            <a:endParaRPr sz="1443"/>
          </a:p>
        </p:txBody>
      </p:sp>
      <p:sp>
        <p:nvSpPr>
          <p:cNvPr id="56" name="Google Shape;56;p13"/>
          <p:cNvSpPr txBox="1"/>
          <p:nvPr/>
        </p:nvSpPr>
        <p:spPr>
          <a:xfrm>
            <a:off x="484200" y="4749600"/>
            <a:ext cx="4813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Supervisor: Emmanuel Olang’</a:t>
            </a:r>
            <a:endParaRPr sz="1700"/>
          </a:p>
        </p:txBody>
      </p:sp>
      <p:cxnSp>
        <p:nvCxnSpPr>
          <p:cNvPr id="57" name="Google Shape;57;p13"/>
          <p:cNvCxnSpPr/>
          <p:nvPr/>
        </p:nvCxnSpPr>
        <p:spPr>
          <a:xfrm>
            <a:off x="184950" y="2668025"/>
            <a:ext cx="877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Kenyan tea farmers lack access to their delivery, grading and payment records.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leads to poor communication between factories and farmers thus limiting transparency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transparency weakens trust in the tea value chain.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systems do not give farmers direct access to their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digital solution is therefore needed to improve communication.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between farmers and tea factories is inefficient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Feedback and communication between farmers is limited.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systems do not provide farmers with visibility into their own records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Farmers are often unaware of tea quality results and payment status/timelines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leads to frustration, disputes and inefficiencies in the tea value chain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Justification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 farmers lack access to key records and timely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creates mistrust and poor communication with factories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improves transparency by giving farmers direct access to delivery, quality and payment details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also helps  factories respond faster to farmer concern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Ths solution bridges the gap between tea factories and farmers and thus strengthens trust and supports fair, efficient tea processing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Objectives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AIM: To develop a web-based tea management system that improves transparency and communication between farmers and factories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Identify communication gaps in the tea value chain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Review existing tea management systems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Design a user-friendly platform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Develop and implement  the web based system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Test and validate the system for performance and usability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 (</a:t>
            </a:r>
            <a:r>
              <a:rPr lang="en"/>
              <a:t>Existing Applications)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Amity Software</a:t>
            </a:r>
            <a:r>
              <a:rPr lang="en"/>
              <a:t> - focuses on plantation operations. Manages large estates but lacks real-time farmer interaction thus not designed for farmers.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Agrivi</a:t>
            </a:r>
            <a:r>
              <a:rPr lang="en"/>
              <a:t> - Comprehensive farm management system. Great for crop pl</a:t>
            </a:r>
            <a:r>
              <a:rPr lang="en"/>
              <a:t>anning, but not tailored to tea delivery chains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Cropster</a:t>
            </a:r>
            <a:r>
              <a:rPr lang="en"/>
              <a:t> - Built for coffee grading and quality tracking. It is not directly usable in tea  factories.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Followed a Waterfall approach guided by SSAD (Structured Systems Analysis Design)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Started with clear functional and non-functional requirements and process modelling using use case diagrams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wireframes before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HTML, CSS, JavaScript, </a:t>
            </a:r>
            <a:r>
              <a:rPr lang="en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/>
              <a:t>, MySQL, GitHub and VS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Organized system functions into role-based modules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Applied Black Box and Regression Testing to validate functionality and ensure changes didn’t break existing features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132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Framework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025" y="642500"/>
            <a:ext cx="5238289" cy="450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r>
              <a:rPr lang="en"/>
              <a:t>: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